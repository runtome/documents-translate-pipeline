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Kickoff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will discuss the roadmap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